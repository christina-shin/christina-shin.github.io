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6400800" cy="6400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16" userDrawn="1">
          <p15:clr>
            <a:srgbClr val="A4A3A4"/>
          </p15:clr>
        </p15:guide>
        <p15:guide id="2" pos="20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A0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howGuides="1">
      <p:cViewPr varScale="1">
        <p:scale>
          <a:sx n="130" d="100"/>
          <a:sy n="130" d="100"/>
        </p:scale>
        <p:origin x="1568" y="168"/>
      </p:cViewPr>
      <p:guideLst>
        <p:guide orient="horz" pos="2016"/>
        <p:guide pos="20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" y="1047539"/>
            <a:ext cx="5440680" cy="2228427"/>
          </a:xfrm>
        </p:spPr>
        <p:txBody>
          <a:bodyPr anchor="b"/>
          <a:lstStyle>
            <a:lvl1pPr algn="ctr"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0100" y="3361902"/>
            <a:ext cx="4800600" cy="1545378"/>
          </a:xfrm>
        </p:spPr>
        <p:txBody>
          <a:bodyPr/>
          <a:lstStyle>
            <a:lvl1pPr marL="0" indent="0" algn="ctr">
              <a:buNone/>
              <a:defRPr sz="1680"/>
            </a:lvl1pPr>
            <a:lvl2pPr marL="320040" indent="0" algn="ctr">
              <a:buNone/>
              <a:defRPr sz="1400"/>
            </a:lvl2pPr>
            <a:lvl3pPr marL="640080" indent="0" algn="ctr">
              <a:buNone/>
              <a:defRPr sz="1260"/>
            </a:lvl3pPr>
            <a:lvl4pPr marL="960120" indent="0" algn="ctr">
              <a:buNone/>
              <a:defRPr sz="1120"/>
            </a:lvl4pPr>
            <a:lvl5pPr marL="1280160" indent="0" algn="ctr">
              <a:buNone/>
              <a:defRPr sz="1120"/>
            </a:lvl5pPr>
            <a:lvl6pPr marL="1600200" indent="0" algn="ctr">
              <a:buNone/>
              <a:defRPr sz="1120"/>
            </a:lvl6pPr>
            <a:lvl7pPr marL="1920240" indent="0" algn="ctr">
              <a:buNone/>
              <a:defRPr sz="1120"/>
            </a:lvl7pPr>
            <a:lvl8pPr marL="2240280" indent="0" algn="ctr">
              <a:buNone/>
              <a:defRPr sz="1120"/>
            </a:lvl8pPr>
            <a:lvl9pPr marL="2560320" indent="0" algn="ctr">
              <a:buNone/>
              <a:defRPr sz="11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F0CC4-9310-7742-926A-026D9989DC8C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04257-951E-944D-AEAF-C831BC31B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33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F0CC4-9310-7742-926A-026D9989DC8C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04257-951E-944D-AEAF-C831BC31B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027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722" y="1595757"/>
            <a:ext cx="5520690" cy="2662555"/>
          </a:xfrm>
        </p:spPr>
        <p:txBody>
          <a:bodyPr anchor="b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722" y="4283500"/>
            <a:ext cx="5520690" cy="1400175"/>
          </a:xfrm>
        </p:spPr>
        <p:txBody>
          <a:bodyPr/>
          <a:lstStyle>
            <a:lvl1pPr marL="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1pPr>
            <a:lvl2pPr marL="320040" indent="0">
              <a:buNone/>
              <a:defRPr sz="1400">
                <a:solidFill>
                  <a:schemeClr val="tx1">
                    <a:tint val="82000"/>
                  </a:schemeClr>
                </a:solidFill>
              </a:defRPr>
            </a:lvl2pPr>
            <a:lvl3pPr marL="64008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3pPr>
            <a:lvl4pPr marL="96012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4pPr>
            <a:lvl5pPr marL="128016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5pPr>
            <a:lvl6pPr marL="160020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6pPr>
            <a:lvl7pPr marL="192024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7pPr>
            <a:lvl8pPr marL="224028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8pPr>
            <a:lvl9pPr marL="256032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F0CC4-9310-7742-926A-026D9989DC8C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04257-951E-944D-AEAF-C831BC31B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73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0055" y="1703917"/>
            <a:ext cx="272034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40405" y="1703917"/>
            <a:ext cx="272034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F0CC4-9310-7742-926A-026D9989DC8C}" type="datetimeFigureOut">
              <a:rPr lang="en-US" smtClean="0"/>
              <a:t>9/9/25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04257-951E-944D-AEAF-C831BC31B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21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340785"/>
            <a:ext cx="5520690" cy="12371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889" y="1569085"/>
            <a:ext cx="2707838" cy="768985"/>
          </a:xfrm>
        </p:spPr>
        <p:txBody>
          <a:bodyPr anchor="b"/>
          <a:lstStyle>
            <a:lvl1pPr marL="0" indent="0">
              <a:buNone/>
              <a:defRPr sz="1680" b="1"/>
            </a:lvl1pPr>
            <a:lvl2pPr marL="320040" indent="0">
              <a:buNone/>
              <a:defRPr sz="1400" b="1"/>
            </a:lvl2pPr>
            <a:lvl3pPr marL="640080" indent="0">
              <a:buNone/>
              <a:defRPr sz="1260" b="1"/>
            </a:lvl3pPr>
            <a:lvl4pPr marL="960120" indent="0">
              <a:buNone/>
              <a:defRPr sz="1120" b="1"/>
            </a:lvl4pPr>
            <a:lvl5pPr marL="1280160" indent="0">
              <a:buNone/>
              <a:defRPr sz="1120" b="1"/>
            </a:lvl5pPr>
            <a:lvl6pPr marL="1600200" indent="0">
              <a:buNone/>
              <a:defRPr sz="1120" b="1"/>
            </a:lvl6pPr>
            <a:lvl7pPr marL="1920240" indent="0">
              <a:buNone/>
              <a:defRPr sz="1120" b="1"/>
            </a:lvl7pPr>
            <a:lvl8pPr marL="2240280" indent="0">
              <a:buNone/>
              <a:defRPr sz="1120" b="1"/>
            </a:lvl8pPr>
            <a:lvl9pPr marL="2560320" indent="0">
              <a:buNone/>
              <a:defRPr sz="1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0889" y="2338070"/>
            <a:ext cx="2707838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40405" y="1569085"/>
            <a:ext cx="2721174" cy="768985"/>
          </a:xfrm>
        </p:spPr>
        <p:txBody>
          <a:bodyPr anchor="b"/>
          <a:lstStyle>
            <a:lvl1pPr marL="0" indent="0">
              <a:buNone/>
              <a:defRPr sz="1680" b="1"/>
            </a:lvl1pPr>
            <a:lvl2pPr marL="320040" indent="0">
              <a:buNone/>
              <a:defRPr sz="1400" b="1"/>
            </a:lvl2pPr>
            <a:lvl3pPr marL="640080" indent="0">
              <a:buNone/>
              <a:defRPr sz="1260" b="1"/>
            </a:lvl3pPr>
            <a:lvl4pPr marL="960120" indent="0">
              <a:buNone/>
              <a:defRPr sz="1120" b="1"/>
            </a:lvl4pPr>
            <a:lvl5pPr marL="1280160" indent="0">
              <a:buNone/>
              <a:defRPr sz="1120" b="1"/>
            </a:lvl5pPr>
            <a:lvl6pPr marL="1600200" indent="0">
              <a:buNone/>
              <a:defRPr sz="1120" b="1"/>
            </a:lvl6pPr>
            <a:lvl7pPr marL="1920240" indent="0">
              <a:buNone/>
              <a:defRPr sz="1120" b="1"/>
            </a:lvl7pPr>
            <a:lvl8pPr marL="2240280" indent="0">
              <a:buNone/>
              <a:defRPr sz="1120" b="1"/>
            </a:lvl8pPr>
            <a:lvl9pPr marL="2560320" indent="0">
              <a:buNone/>
              <a:defRPr sz="1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40405" y="2338070"/>
            <a:ext cx="2721174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F0CC4-9310-7742-926A-026D9989DC8C}" type="datetimeFigureOut">
              <a:rPr lang="en-US" smtClean="0"/>
              <a:t>9/9/25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04257-951E-944D-AEAF-C831BC31B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57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F0CC4-9310-7742-926A-026D9989DC8C}" type="datetimeFigureOut">
              <a:rPr lang="en-US" smtClean="0"/>
              <a:t>9/9/25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04257-951E-944D-AEAF-C831BC31B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1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F0CC4-9310-7742-926A-026D9989DC8C}" type="datetimeFigureOut">
              <a:rPr lang="en-US" smtClean="0"/>
              <a:t>9/9/25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04257-951E-944D-AEAF-C831BC31B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12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426720"/>
            <a:ext cx="2064425" cy="1493520"/>
          </a:xfrm>
        </p:spPr>
        <p:txBody>
          <a:bodyPr anchor="b"/>
          <a:lstStyle>
            <a:lvl1pPr>
              <a:defRPr sz="2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1174" y="921598"/>
            <a:ext cx="3240405" cy="4548717"/>
          </a:xfrm>
        </p:spPr>
        <p:txBody>
          <a:bodyPr/>
          <a:lstStyle>
            <a:lvl1pPr>
              <a:defRPr sz="2240"/>
            </a:lvl1pPr>
            <a:lvl2pPr>
              <a:defRPr sz="1960"/>
            </a:lvl2pPr>
            <a:lvl3pPr>
              <a:defRPr sz="168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1920240"/>
            <a:ext cx="2064425" cy="3557482"/>
          </a:xfrm>
        </p:spPr>
        <p:txBody>
          <a:bodyPr/>
          <a:lstStyle>
            <a:lvl1pPr marL="0" indent="0">
              <a:buNone/>
              <a:defRPr sz="1120"/>
            </a:lvl1pPr>
            <a:lvl2pPr marL="320040" indent="0">
              <a:buNone/>
              <a:defRPr sz="980"/>
            </a:lvl2pPr>
            <a:lvl3pPr marL="640080" indent="0">
              <a:buNone/>
              <a:defRPr sz="840"/>
            </a:lvl3pPr>
            <a:lvl4pPr marL="960120" indent="0">
              <a:buNone/>
              <a:defRPr sz="700"/>
            </a:lvl4pPr>
            <a:lvl5pPr marL="1280160" indent="0">
              <a:buNone/>
              <a:defRPr sz="700"/>
            </a:lvl5pPr>
            <a:lvl6pPr marL="1600200" indent="0">
              <a:buNone/>
              <a:defRPr sz="700"/>
            </a:lvl6pPr>
            <a:lvl7pPr marL="1920240" indent="0">
              <a:buNone/>
              <a:defRPr sz="700"/>
            </a:lvl7pPr>
            <a:lvl8pPr marL="2240280" indent="0">
              <a:buNone/>
              <a:defRPr sz="700"/>
            </a:lvl8pPr>
            <a:lvl9pPr marL="2560320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F0CC4-9310-7742-926A-026D9989DC8C}" type="datetimeFigureOut">
              <a:rPr lang="en-US" smtClean="0"/>
              <a:t>9/9/25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04257-951E-944D-AEAF-C831BC31B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424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426720"/>
            <a:ext cx="2064425" cy="1493520"/>
          </a:xfrm>
        </p:spPr>
        <p:txBody>
          <a:bodyPr anchor="b"/>
          <a:lstStyle>
            <a:lvl1pPr>
              <a:defRPr sz="2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21174" y="921598"/>
            <a:ext cx="3240405" cy="4548717"/>
          </a:xfrm>
        </p:spPr>
        <p:txBody>
          <a:bodyPr anchor="t"/>
          <a:lstStyle>
            <a:lvl1pPr marL="0" indent="0">
              <a:buNone/>
              <a:defRPr sz="2240"/>
            </a:lvl1pPr>
            <a:lvl2pPr marL="320040" indent="0">
              <a:buNone/>
              <a:defRPr sz="1960"/>
            </a:lvl2pPr>
            <a:lvl3pPr marL="640080" indent="0">
              <a:buNone/>
              <a:defRPr sz="1680"/>
            </a:lvl3pPr>
            <a:lvl4pPr marL="960120" indent="0">
              <a:buNone/>
              <a:defRPr sz="1400"/>
            </a:lvl4pPr>
            <a:lvl5pPr marL="1280160" indent="0">
              <a:buNone/>
              <a:defRPr sz="1400"/>
            </a:lvl5pPr>
            <a:lvl6pPr marL="1600200" indent="0">
              <a:buNone/>
              <a:defRPr sz="1400"/>
            </a:lvl6pPr>
            <a:lvl7pPr marL="1920240" indent="0">
              <a:buNone/>
              <a:defRPr sz="1400"/>
            </a:lvl7pPr>
            <a:lvl8pPr marL="2240280" indent="0">
              <a:buNone/>
              <a:defRPr sz="1400"/>
            </a:lvl8pPr>
            <a:lvl9pPr marL="2560320" indent="0">
              <a:buNone/>
              <a:defRPr sz="1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1920240"/>
            <a:ext cx="2064425" cy="3557482"/>
          </a:xfrm>
        </p:spPr>
        <p:txBody>
          <a:bodyPr/>
          <a:lstStyle>
            <a:lvl1pPr marL="0" indent="0">
              <a:buNone/>
              <a:defRPr sz="1120"/>
            </a:lvl1pPr>
            <a:lvl2pPr marL="320040" indent="0">
              <a:buNone/>
              <a:defRPr sz="980"/>
            </a:lvl2pPr>
            <a:lvl3pPr marL="640080" indent="0">
              <a:buNone/>
              <a:defRPr sz="840"/>
            </a:lvl3pPr>
            <a:lvl4pPr marL="960120" indent="0">
              <a:buNone/>
              <a:defRPr sz="700"/>
            </a:lvl4pPr>
            <a:lvl5pPr marL="1280160" indent="0">
              <a:buNone/>
              <a:defRPr sz="700"/>
            </a:lvl5pPr>
            <a:lvl6pPr marL="1600200" indent="0">
              <a:buNone/>
              <a:defRPr sz="700"/>
            </a:lvl6pPr>
            <a:lvl7pPr marL="1920240" indent="0">
              <a:buNone/>
              <a:defRPr sz="700"/>
            </a:lvl7pPr>
            <a:lvl8pPr marL="2240280" indent="0">
              <a:buNone/>
              <a:defRPr sz="700"/>
            </a:lvl8pPr>
            <a:lvl9pPr marL="2560320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F0CC4-9310-7742-926A-026D9989DC8C}" type="datetimeFigureOut">
              <a:rPr lang="en-US" smtClean="0"/>
              <a:t>9/9/25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04257-951E-944D-AEAF-C831BC31B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500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F0CC4-9310-7742-926A-026D9989DC8C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04257-951E-944D-AEAF-C831BC31B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241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580573" y="340783"/>
            <a:ext cx="1380173" cy="54243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0055" y="340783"/>
            <a:ext cx="4060508" cy="54243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F0CC4-9310-7742-926A-026D9989DC8C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04257-951E-944D-AEAF-C831BC31B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952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0055" y="340785"/>
            <a:ext cx="5520690" cy="1237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055" y="1703917"/>
            <a:ext cx="5520690" cy="40612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0055" y="5932595"/>
            <a:ext cx="144018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3F0CC4-9310-7742-926A-026D9989DC8C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20265" y="5932595"/>
            <a:ext cx="216027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20565" y="5932595"/>
            <a:ext cx="144018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C04257-951E-944D-AEAF-C831BC31B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388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40080" rtl="0" eaLnBrk="1" latinLnBrk="0" hangingPunct="1">
        <a:lnSpc>
          <a:spcPct val="90000"/>
        </a:lnSpc>
        <a:spcBef>
          <a:spcPct val="0"/>
        </a:spcBef>
        <a:buNone/>
        <a:defRPr sz="3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0020" indent="-160020" algn="l" defTabSz="64008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196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2pPr>
      <a:lvl3pPr marL="80010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12014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5pPr>
      <a:lvl6pPr marL="176022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6pPr>
      <a:lvl7pPr marL="208026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8pPr>
      <a:lvl9pPr marL="272034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1pPr>
      <a:lvl2pPr marL="32004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7pPr>
      <a:lvl8pPr marL="224028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3DC7A9B-ED77-97CD-DB0B-A99EFEA4AA49}"/>
              </a:ext>
            </a:extLst>
          </p:cNvPr>
          <p:cNvSpPr/>
          <p:nvPr/>
        </p:nvSpPr>
        <p:spPr>
          <a:xfrm>
            <a:off x="-1023" y="-2946"/>
            <a:ext cx="6400800" cy="6400800"/>
          </a:xfrm>
          <a:prstGeom prst="rect">
            <a:avLst/>
          </a:prstGeom>
          <a:solidFill>
            <a:srgbClr val="6AA0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0" dirty="0">
                <a:latin typeface="Bell MT" panose="02020503060305020303" pitchFamily="18" charset="77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6652174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07"/>
    </mc:Choice>
    <mc:Fallback>
      <p:transition spd="slow" advTm="1607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</TotalTime>
  <Words>1</Words>
  <Application>Microsoft Macintosh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Bell MT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Christina Shin</dc:creator>
  <cp:lastModifiedBy>Christina Shin</cp:lastModifiedBy>
  <cp:revision>1</cp:revision>
  <dcterms:created xsi:type="dcterms:W3CDTF">2025-09-09T17:54:26Z</dcterms:created>
  <dcterms:modified xsi:type="dcterms:W3CDTF">2025-09-09T18:49:25Z</dcterms:modified>
</cp:coreProperties>
</file>